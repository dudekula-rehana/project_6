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01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Forecasting Across Multiple Retail Stores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Pharmaceuticals — End-to-End ML &amp; Deep Learning Forecasting Pipeline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</a:t>
            </a:r>
            <a:r>
              <a:rPr lang="en-US" sz="1300">
                <a:solidFill>
                  <a:srgbClr val="8C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Dudekula Rehana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 &amp; scope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Pharmaceuticals operates stores across several cities and needs daily sales forecasts up to 6 weeks ahead.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managers currently rely on personal judgement — the finance team wants a data-driven alternative.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identified by the business: promotions, competition, holidays, seasonality, and locality.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and serve an end-to-end forecasting product for finance-team analysts.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project stages, each addressed in this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behaviour: promos, holidays, seasonality, competition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2402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520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Feature-engineered ML models: Linear Regression, Random Forest, XGBoost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2402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20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metrics, same hold-out — pick the best model on evidence, not assumption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22402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520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model + interactive Streamlit dashboard for finance-team analysts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linked sources, 2013–2015 daily history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78992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1,017,209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Sales &amp; Customers per store, with Promo/Holiday flags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features, minus Sales/Customers — the forecasting 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store metadata: type, assortment, competition, Promo2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3931920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found in any of the three files.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stores always show zero Sales — consistent, no data-quality flag.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concentrated in store-level competition/Promo2 fields (informative nulls, not random).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decisions, each with a documented rationale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Closed-store rows dropped from training — constant zero target, no forecasting signal.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missing CompetitionDistance values imputed with the median (robust to skew).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CompetitionOpenSince*/Promo2Since* filled with 0, not the mean — the null itself is informative (no known competitor / not enrolled).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missing 'Open' values in test filled as open, matching each store's normal weekday pattern.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high-Sales days retained — verified as genuine promo/holiday spikes, not data errors.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 — Promotions Genuinely Grow Demand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Sales, more Customers, and higher spend per customer</a:t>
            </a:r>
            <a:endParaRPr lang="en-US" sz="1400" dirty="0"/>
          </a:p>
        </p:txBody>
      </p:sp>
      <p:pic>
        <p:nvPicPr>
          <p:cNvPr id="4" name="Image 0" descr="plots/promo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9494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5448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days show higher average Sales AND more Customers.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Sales-per-Customer also rises on promo days.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promos attract new footfall and increase basket size — not just one or the other.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 — Promo Lift Varies Widely by Store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targeting opportunity, not a uniform policy</a:t>
            </a:r>
            <a:endParaRPr lang="en-US" sz="1400" dirty="0"/>
          </a:p>
        </p:txBody>
      </p:sp>
      <p:pic>
        <p:nvPicPr>
          <p:cNvPr id="4" name="Image 0" descr="plots/store_promo_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9494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5448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promo sales lift ranges from ~6% to 140%+.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promos uniformly across all stores leaves ROI on the table.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prioritize promo budget toward high-lift stores.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 — Strong Seasonality &amp; Holiday Effects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peaks, pre-holiday stock-up behaviour</a:t>
            </a:r>
            <a:endParaRPr lang="en-US" sz="1400" dirty="0"/>
          </a:p>
        </p:txBody>
      </p:sp>
      <p:pic>
        <p:nvPicPr>
          <p:cNvPr id="4" name="Image 0" descr="plots/monthly_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949440" cy="2834640"/>
          </a:xfrm>
          <a:prstGeom prst="rect">
            <a:avLst/>
          </a:prstGeom>
        </p:spPr>
      </p:pic>
      <p:pic>
        <p:nvPicPr>
          <p:cNvPr id="5" name="Image 1" descr="plots/holiday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80560"/>
            <a:ext cx="6949440" cy="2148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155448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December (Christmas) peak each year, smaller Easter lift.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spike the day before a holiday, then drop during it (most stores closed).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need for explicit holiday-proximity features in the model.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Modelling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dates to a production-style sklearn pipeline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weekday/weekend, days to/after nearest holiday, month position (begin/mid/end).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months since competitor opened, whether Promo2 is currently active.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+ scaling inside a single sklearn Pipeline (ColumnTransformer).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models trained on identical features: Linear Regression, Random Forest, XGBoost.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6-week hold-out split (matches the real forecast horizon) — avoids data leakage.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loss metric: RMSPE (percentage error) — weights small and large stores fairly, unlike raw RMSE.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Candidate Models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features, same hold-out, same metrics</a:t>
            </a:r>
            <a:endParaRPr lang="en-US" sz="1400" dirty="0"/>
          </a:p>
        </p:txBody>
      </p:sp>
      <p:pic>
        <p:nvPicPr>
          <p:cNvPr id="4" name="Image 0" descr="plo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078992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62356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clearly weakest — Sales is driven by non-linear, categorical effects it can't capture.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a large step up from Random Forest too: RMSPE 16.3% vs 28.5% — not a marginal gap.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selected for production on accuracy; feature importances and a quantile-regression prediction interval are still produced for 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Model — XGBoost Performance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genuine 6-week forward hold-out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16.3%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(units)</a:t>
            </a:r>
            <a:endParaRPr lang="en-US" sz="1200" dirty="0"/>
          </a:p>
        </p:txBody>
      </p:sp>
      <p:pic>
        <p:nvPicPr>
          <p:cNvPr id="13" name="Image 0" descr="plots/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20640" cy="3291840"/>
          </a:xfrm>
          <a:prstGeom prst="rect">
            <a:avLst/>
          </a:prstGeom>
        </p:spPr>
      </p:pic>
      <p:pic>
        <p:nvPicPr>
          <p:cNvPr id="14" name="Image 1" descr="plots/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200400"/>
            <a:ext cx="53949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as a Range, Not a Single Number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Quantile-regression 90% prediction interval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789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spread comes from two extra XGBoost models trained with a quantile (pinball) loss to predict the 5th/95th percentile directly.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90% interval width ≈ 86% of the predicted value (first-pass quantile models — tunable tighter).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communicate forecasts to store managers as a range, especially for staffing/stock decisions.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also flags which forecasts are less certain and need more manual review.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Approach — LSTM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features-free time-series alternative</a:t>
            </a:r>
            <a:endParaRPr lang="en-US" sz="1400" dirty="0"/>
          </a:p>
        </p:txBody>
      </p:sp>
      <p:pic>
        <p:nvPicPr>
          <p:cNvPr id="4" name="Image 0" descr="plots/lstm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9494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5448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confirmed stationary (ADF test); strong weekly (7-day) autocorrelation.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sliding window, 2-layer LSTM, trained on one representative store.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overall level and weekly rhythm well from raw sales history alone.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some sharp promo/holiday spikes — the feature-aware XGBoost model handles those better.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extend to a multi-store, feature-rich LSTM with more compute.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lift is highly store-specific (6%–140%+).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Sales-Customers correlation is strong (r≈0.82) but not sufficient alone.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distance is a weak, confounded predictor.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competitor openings show ~flat average impact on sales.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promo budget at high-lift stores, not all stores uniformly.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6-week XGBoost forecast into daily production use, served via the interactive Streamlit dashboard.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Sunday openings at strong, currently-closed-on-Sunday stores.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LSTM to multi-store, feature-rich modelling over time.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789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an end-to-end sales forecasting pipeline for Rossmann Pharmaceuticals — from raw data through exploratory analysis and feature engineering, to a head-to-head comparison of three models (Linear Regression, Random Forest, XGBoost), an LSTM deep-learning prototype, and an interactive Streamlit dashboard for finance-team analysts. XGBoost (RMSPE 16.3%, R² 0.88 on a true 6-week hold-out) is recommended for production — a clear, evidence-based win over both simpler baselines — with clear, data-backed levers identified for targeted promotions and Sunday-opening pilots.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A0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1097</Words>
  <Application>Microsoft Office PowerPoint</Application>
  <PresentationFormat>Widescreen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DUDEKULA REHANA - 241198012 - MCHPMPL</cp:lastModifiedBy>
  <cp:revision>2</cp:revision>
  <dcterms:created xsi:type="dcterms:W3CDTF">2026-09-13T12:45:09Z</dcterms:created>
  <dcterms:modified xsi:type="dcterms:W3CDTF">2026-09-13T15:16:17Z</dcterms:modified>
</cp:coreProperties>
</file>